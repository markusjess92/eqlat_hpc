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33"/>
  </p:normalViewPr>
  <p:slideViewPr>
    <p:cSldViewPr snapToGrid="0">
      <p:cViewPr>
        <p:scale>
          <a:sx n="200" d="100"/>
          <a:sy n="200" d="100"/>
        </p:scale>
        <p:origin x="472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582-A4E2-A54E-89FB-4DAE8E310454}" type="datetimeFigureOut">
              <a:rPr lang="de-US" smtClean="0"/>
              <a:t>8/17/26</a:t>
            </a:fld>
            <a:endParaRPr lang="de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D5F06-26CB-0B46-BD8B-035E58A7F265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372530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D5F06-26CB-0B46-BD8B-035E58A7F265}" type="slidenum">
              <a:rPr lang="de-US" smtClean="0"/>
              <a:t>1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3669661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D5F06-26CB-0B46-BD8B-035E58A7F265}" type="slidenum">
              <a:rPr lang="de-US" smtClean="0"/>
              <a:t>2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2707887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BC4A9-AEF4-AB50-1660-5C3E6EC01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1DF1C6-6E94-F248-3DBB-ECB767DAF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C7DB03-EE02-F05F-0ADF-DADFCA8B2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F5FF54-0A24-325E-24C1-D976C7DDD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D5F06-26CB-0B46-BD8B-035E58A7F265}" type="slidenum">
              <a:rPr lang="de-US" smtClean="0"/>
              <a:t>3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243816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D5F06-26CB-0B46-BD8B-035E58A7F265}" type="slidenum">
              <a:rPr lang="de-US" smtClean="0"/>
              <a:t>4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4090182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179376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367074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160426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188754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4286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414956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257758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312137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398880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389504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424767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20938-4F5E-A44B-A4C7-B53B95A63D7D}" type="datetimeFigureOut">
              <a:rPr lang="de-US" smtClean="0"/>
              <a:t>8/17/26</a:t>
            </a:fld>
            <a:endParaRPr lang="de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E0726-B433-4949-9959-F8004ED81E90}" type="slidenum">
              <a:rPr lang="de-US" smtClean="0"/>
              <a:t>‹Nr.›</a:t>
            </a:fld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21770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7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9.png"/><Relationship Id="rId18" Type="http://schemas.openxmlformats.org/officeDocument/2006/relationships/image" Target="../media/image38.png"/><Relationship Id="rId26" Type="http://schemas.openxmlformats.org/officeDocument/2006/relationships/image" Target="../media/image4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10.png"/><Relationship Id="rId12" Type="http://schemas.openxmlformats.org/officeDocument/2006/relationships/image" Target="../media/image34.png"/><Relationship Id="rId17" Type="http://schemas.openxmlformats.org/officeDocument/2006/relationships/image" Target="../media/image37.png"/><Relationship Id="rId25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33.png"/><Relationship Id="rId24" Type="http://schemas.openxmlformats.org/officeDocument/2006/relationships/image" Target="../media/image42.png"/><Relationship Id="rId5" Type="http://schemas.openxmlformats.org/officeDocument/2006/relationships/image" Target="../media/image3.png"/><Relationship Id="rId15" Type="http://schemas.openxmlformats.org/officeDocument/2006/relationships/image" Target="../media/image35.png"/><Relationship Id="rId23" Type="http://schemas.openxmlformats.org/officeDocument/2006/relationships/image" Target="../media/image41.png"/><Relationship Id="rId10" Type="http://schemas.openxmlformats.org/officeDocument/2006/relationships/image" Target="../media/image13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14" Type="http://schemas.openxmlformats.org/officeDocument/2006/relationships/image" Target="../media/image40.png"/><Relationship Id="rId22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23A777C-06B4-A044-2882-C033DE9670E4}"/>
              </a:ext>
            </a:extLst>
          </p:cNvPr>
          <p:cNvSpPr txBox="1"/>
          <p:nvPr/>
        </p:nvSpPr>
        <p:spPr>
          <a:xfrm>
            <a:off x="87967" y="0"/>
            <a:ext cx="1815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US" sz="1200" dirty="0"/>
              <a:t>AC- SWOOSH (2020-2025)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1EA6396-34CD-912F-4F5A-EF854F7C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99" y="265259"/>
            <a:ext cx="1999153" cy="81125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0229B43-BFCD-D09D-D10A-68FCE8B36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964" y="276999"/>
            <a:ext cx="1970223" cy="79951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DE21243-1BF5-A3CD-C7FB-1A517269D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23" y="3485527"/>
            <a:ext cx="1970224" cy="79951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F27BBDE-AFB8-F9A0-76C3-3A642A57F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893" y="3497754"/>
            <a:ext cx="1965985" cy="79779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7952E7CF-9C8E-F959-46C7-E871B188FC15}"/>
              </a:ext>
            </a:extLst>
          </p:cNvPr>
          <p:cNvSpPr txBox="1"/>
          <p:nvPr/>
        </p:nvSpPr>
        <p:spPr>
          <a:xfrm>
            <a:off x="8133510" y="0"/>
            <a:ext cx="2252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US" sz="1200" dirty="0"/>
              <a:t>O3-sonde- SWOOSH (2020-2025)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48830FF-B3F9-86C4-7E32-8022CF5EA1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819" y="317331"/>
            <a:ext cx="1999153" cy="81816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385A110B-49AF-6E99-7DBA-D4BBEEB149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7100" y="317331"/>
            <a:ext cx="1999154" cy="81817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311D2F9-A89E-5F29-8DA2-E9F12B2E15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8654" y="3500161"/>
            <a:ext cx="1943481" cy="79538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595FE1AA-968A-5459-061C-CFC0E90AA8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3430" y="3497754"/>
            <a:ext cx="1999154" cy="81816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817ACA3-646F-80A6-A59B-4B31FFD34B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5046" y="1170105"/>
            <a:ext cx="2028384" cy="81816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13D3C3DA-8D2E-6CF7-7DA5-EA03A88279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163" y="1082025"/>
            <a:ext cx="1974985" cy="799512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7E2A54C-36A0-4CF7-ED30-6C3BB5AA0D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5434" y="1086152"/>
            <a:ext cx="1978995" cy="795385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9880E28D-8293-824B-226D-FA27D6E44D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6770" y="4351168"/>
            <a:ext cx="1988592" cy="799241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FD6B5069-9D29-AA94-4370-8E4DFC8541D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36231" y="4351168"/>
            <a:ext cx="1974326" cy="799241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E8908B91-9732-B383-4A20-95CA8F9C16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54484" y="1175831"/>
            <a:ext cx="2004030" cy="81817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87E60BE5-4220-D4FF-0BF1-08DA98FDF76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3430" y="4390858"/>
            <a:ext cx="2028384" cy="818171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1F368E23-C8A5-3E96-AAF7-07FD81D0BE4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89396" y="4393185"/>
            <a:ext cx="2004034" cy="818172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74AFCE5E-095E-120C-A7D4-76D9493F1E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8018" y="1916971"/>
            <a:ext cx="1410937" cy="1473325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3D7D7597-C1DD-DE59-FFF6-B7F41AD14F2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80595" y="1937159"/>
            <a:ext cx="1410937" cy="1473325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167A049E-88FF-E30B-B6ED-C04E37C5BCF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0075" y="5238589"/>
            <a:ext cx="1473000" cy="1538132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0DA7C779-1B8B-EC4B-B478-92A38DE8726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47186" y="5252532"/>
            <a:ext cx="1472999" cy="1538132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301DC41-7270-C04E-3540-C2CBF04ADD4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88654" y="2002566"/>
            <a:ext cx="1943481" cy="1448776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AC3D2358-AF3D-A67F-116E-5D10A55AE2A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64936" y="2011510"/>
            <a:ext cx="1943481" cy="1448776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CCF6F275-504C-64A6-EDF9-87BBF1A11AA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54484" y="5283965"/>
            <a:ext cx="1955823" cy="1457977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78C58458-E431-C21B-C48B-DA36452A2EB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94061" y="5318744"/>
            <a:ext cx="1955823" cy="145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5C31C80-0226-621F-EA60-95829A9E74AF}"/>
              </a:ext>
            </a:extLst>
          </p:cNvPr>
          <p:cNvSpPr txBox="1"/>
          <p:nvPr/>
        </p:nvSpPr>
        <p:spPr>
          <a:xfrm>
            <a:off x="1260623" y="0"/>
            <a:ext cx="2252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US" sz="1200" dirty="0"/>
              <a:t>O3-sonde- SWOOSH (2015-2025)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7064B47-07EF-8411-7039-CD22B1072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61" y="361671"/>
            <a:ext cx="2757992" cy="112872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F478D09-6B3A-9AFA-3311-E1D42FB13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14" y="1575071"/>
            <a:ext cx="2757992" cy="112598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7869955-68E3-20DD-60F5-1E247CABF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14" y="2785727"/>
            <a:ext cx="2757992" cy="112872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703DB5E-B318-D47B-1EB1-C19547F7F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119" y="3999126"/>
            <a:ext cx="2724887" cy="111246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658A82E-9B3E-47FC-74FF-74728FB279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4762" y="384619"/>
            <a:ext cx="2757993" cy="112872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728A90E-6C76-AD9E-03F3-D02F80E7EF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4762" y="1575071"/>
            <a:ext cx="2764715" cy="112872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A52D6D1-62F6-1214-9E9F-BAEBDAA90A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479" y="2785727"/>
            <a:ext cx="2757998" cy="112873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08CB6FB-3ACD-2BE5-C4FD-F78691B2EE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4762" y="3999127"/>
            <a:ext cx="2757993" cy="1112468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6AF438F2-0BAB-585D-DE0B-C98BF5095838}"/>
              </a:ext>
            </a:extLst>
          </p:cNvPr>
          <p:cNvSpPr txBox="1"/>
          <p:nvPr/>
        </p:nvSpPr>
        <p:spPr>
          <a:xfrm>
            <a:off x="8678455" y="85788"/>
            <a:ext cx="2252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US" sz="1200" dirty="0"/>
              <a:t>O3-sonde- SWOOSH (2010-2025)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C9BEFDBD-6452-AE9F-94A5-0A23003870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9247" y="361671"/>
            <a:ext cx="2757992" cy="112872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C8E2998-01B1-2D4F-202C-6A6C372C7D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2838" y="1553507"/>
            <a:ext cx="2810809" cy="1147548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60B376A-7F1B-4B13-058D-056A864473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5654" y="2764163"/>
            <a:ext cx="2757993" cy="112872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C2291037-3ED8-E517-D23E-DD6954D259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5654" y="3985610"/>
            <a:ext cx="2757993" cy="1125985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C54F860-3239-DAB9-975F-463A11C46F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6031" y="2764161"/>
            <a:ext cx="2757999" cy="112873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209F25C4-17B4-1ED7-CE70-70179765BBF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52403" y="3999128"/>
            <a:ext cx="2757992" cy="1112467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112C6E38-FE04-784C-7519-F4FB8203668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76031" y="361671"/>
            <a:ext cx="2810809" cy="1150343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4789D16E-6AEF-5DFB-AE1F-45B0D49BA75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09143" y="1553507"/>
            <a:ext cx="2724887" cy="1112469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7ED0B40B-0E45-9158-D12E-C1B1AF2A3A9A}"/>
              </a:ext>
            </a:extLst>
          </p:cNvPr>
          <p:cNvSpPr txBox="1"/>
          <p:nvPr/>
        </p:nvSpPr>
        <p:spPr>
          <a:xfrm>
            <a:off x="341177" y="5144429"/>
            <a:ext cx="2252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US" sz="1200" dirty="0"/>
              <a:t>O3-sonde- SWOOSH (2020-2025)</a:t>
            </a: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58FCA88E-D613-5583-1A5E-F27B12FE21A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4566" y="5525009"/>
            <a:ext cx="2724887" cy="1115179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79CCCFD1-F0CD-4599-49EB-540D82BDA4F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88040" y="5508709"/>
            <a:ext cx="2764715" cy="1131479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CEF731E8-F302-86EC-9E8D-5D17AB389B7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54477" y="5478990"/>
            <a:ext cx="2764715" cy="1131479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62E5BCFC-1C3F-FCBB-4065-7C39CF087CD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09143" y="5424328"/>
            <a:ext cx="2898279" cy="1186141"/>
          </a:xfrm>
          <a:prstGeom prst="rect">
            <a:avLst/>
          </a:prstGeom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00B204A0-B19B-618C-234D-31FD64639B69}"/>
              </a:ext>
            </a:extLst>
          </p:cNvPr>
          <p:cNvSpPr/>
          <p:nvPr/>
        </p:nvSpPr>
        <p:spPr>
          <a:xfrm>
            <a:off x="508674" y="5478990"/>
            <a:ext cx="157446" cy="11314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US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8C7664-8CD6-B073-EC77-194834CD4F9E}"/>
              </a:ext>
            </a:extLst>
          </p:cNvPr>
          <p:cNvSpPr/>
          <p:nvPr/>
        </p:nvSpPr>
        <p:spPr>
          <a:xfrm>
            <a:off x="6759091" y="5451658"/>
            <a:ext cx="241215" cy="1158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US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A7401ED1-7DBB-D2C8-3DA6-2B2EBD9DE77E}"/>
              </a:ext>
            </a:extLst>
          </p:cNvPr>
          <p:cNvSpPr/>
          <p:nvPr/>
        </p:nvSpPr>
        <p:spPr>
          <a:xfrm>
            <a:off x="9523806" y="5421428"/>
            <a:ext cx="241215" cy="1158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US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F13E2B8-29E6-FC64-A864-E9ACC5C421FD}"/>
              </a:ext>
            </a:extLst>
          </p:cNvPr>
          <p:cNvSpPr/>
          <p:nvPr/>
        </p:nvSpPr>
        <p:spPr>
          <a:xfrm>
            <a:off x="3754630" y="5478989"/>
            <a:ext cx="157446" cy="11314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US"/>
          </a:p>
        </p:txBody>
      </p:sp>
    </p:spTree>
    <p:extLst>
      <p:ext uri="{BB962C8B-B14F-4D97-AF65-F5344CB8AC3E}">
        <p14:creationId xmlns:p14="http://schemas.microsoft.com/office/powerpoint/2010/main" val="169492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BB0A-D774-2606-AA60-60096E93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24EC4CD-F51A-6E69-0111-7A1919DCA223}"/>
              </a:ext>
            </a:extLst>
          </p:cNvPr>
          <p:cNvSpPr txBox="1"/>
          <p:nvPr/>
        </p:nvSpPr>
        <p:spPr>
          <a:xfrm>
            <a:off x="87967" y="0"/>
            <a:ext cx="1815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US" sz="1200" dirty="0"/>
              <a:t>AC- SWOOSH (2020-2025)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979D014-29F0-BA12-D7D1-915287B0F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99" y="265259"/>
            <a:ext cx="1999153" cy="81125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75C8EE3-A7C9-54E9-C619-C54F2A3F6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964" y="276999"/>
            <a:ext cx="1970223" cy="79951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FC82F69-D238-56CE-A65F-235120661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3" y="3482945"/>
            <a:ext cx="1970224" cy="79951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46DBD9-0C19-A4F9-B587-FE1F6EF94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444" y="3481930"/>
            <a:ext cx="1965985" cy="79779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8055E86C-2DA8-259B-CF5A-059707FC338E}"/>
              </a:ext>
            </a:extLst>
          </p:cNvPr>
          <p:cNvSpPr txBox="1"/>
          <p:nvPr/>
        </p:nvSpPr>
        <p:spPr>
          <a:xfrm>
            <a:off x="8133510" y="0"/>
            <a:ext cx="2252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US" sz="1200" dirty="0"/>
              <a:t>O3-sonde- SWOOSH (2010-2025)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0E52F72E-A9CC-D596-C43F-BA721507B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163" y="1082025"/>
            <a:ext cx="1974985" cy="799512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1D7FC6F-3B0B-C078-78BF-A8A9A09D47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5434" y="1086152"/>
            <a:ext cx="1978995" cy="795385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CF573CDD-3D23-2950-62A6-4D804BE47B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463" y="4346428"/>
            <a:ext cx="1988592" cy="799241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E8FEB70-0B46-DDDA-FF27-04B22B8881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6522" y="4346428"/>
            <a:ext cx="1974326" cy="79924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3893DFB-5343-3CBF-E3DD-8ED207360F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702" y="318104"/>
            <a:ext cx="1990270" cy="81453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9339DE5-6966-5DDB-8E14-466EC21E2B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6201" y="1189340"/>
            <a:ext cx="2028385" cy="82811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692139D-39E2-8FAD-E02D-D9397177CC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7756" y="318104"/>
            <a:ext cx="2028385" cy="83013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D2D9BE2-8FF6-0F45-F1A2-67BDA67DA4C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8758" y="1189340"/>
            <a:ext cx="1966380" cy="80279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B67CCC4-FE5D-4200-36FC-89978989C1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782" y="3535998"/>
            <a:ext cx="2031723" cy="83149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B3C77A0-84F6-D2BC-865E-C404DF26EA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9702" y="4383094"/>
            <a:ext cx="2031722" cy="82947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03E91E0-EEC8-3A6A-A874-8DB3CC4C5CF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70572" y="3514930"/>
            <a:ext cx="2031727" cy="83149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2E0FF2A-7537-866A-C604-E4C20816C73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0572" y="4417918"/>
            <a:ext cx="2031722" cy="81951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FB3F8E2-38A0-4197-27A0-6EE3C84A782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8018" y="1916971"/>
            <a:ext cx="1410937" cy="147332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A8FA536-D505-CABF-B5D3-967C07114E7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90606" y="1938520"/>
            <a:ext cx="1410937" cy="147332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AA4D26E-D061-E98C-8BB4-8AD49128736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5955" y="5238589"/>
            <a:ext cx="1473000" cy="153813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9360DC3B-EA35-B164-18C8-96D1333AF22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94936" y="5238589"/>
            <a:ext cx="1472999" cy="153813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1C9ADCD8-DCC4-EA4A-4076-EC858F1693C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87958" y="2017454"/>
            <a:ext cx="1944870" cy="1449812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5028045-FD20-B7C7-B638-B92B5AD7656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30268" y="1992139"/>
            <a:ext cx="1944870" cy="1449812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24182AA9-03D7-29C9-B196-49C62977746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23331" y="5285816"/>
            <a:ext cx="1936641" cy="1443677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250F54DD-D246-2321-3DB1-050D03D5739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18113" y="5285815"/>
            <a:ext cx="1936641" cy="144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8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B93D511-103E-F517-C914-06008801A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5253719"/>
            <a:ext cx="3495040" cy="160428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079FF67-9326-83E0-4190-450B6E8AA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3508116"/>
            <a:ext cx="3495040" cy="160428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ED2252A-7FA2-D2DF-1AD7-53ACB0F78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590" y="1824719"/>
            <a:ext cx="3495040" cy="160428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C6E42F4-A1A7-EBC0-DC99-3A8C7CD30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590" y="79117"/>
            <a:ext cx="3495040" cy="160428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1079175-ABE6-0BF1-8FB5-18FC160874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6051" y="5054136"/>
            <a:ext cx="3495040" cy="160428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8F26137-4B9F-78DF-E826-9652CE325F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6050" y="3368516"/>
            <a:ext cx="3495041" cy="16042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577AEEA-6010-BD61-D1A4-A68A46932F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8902" y="1753641"/>
            <a:ext cx="3495040" cy="160428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A357A5B-14E4-C81C-DC5A-0EBB6F87EB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8901" y="78615"/>
            <a:ext cx="3495040" cy="160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83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39</Words>
  <Application>Microsoft Macintosh PowerPoint</Application>
  <PresentationFormat>Breitbild</PresentationFormat>
  <Paragraphs>11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Jesswein</dc:creator>
  <cp:lastModifiedBy>Markus Jesswein</cp:lastModifiedBy>
  <cp:revision>1</cp:revision>
  <dcterms:created xsi:type="dcterms:W3CDTF">2026-08-17T15:10:02Z</dcterms:created>
  <dcterms:modified xsi:type="dcterms:W3CDTF">2026-08-17T21:07:09Z</dcterms:modified>
</cp:coreProperties>
</file>